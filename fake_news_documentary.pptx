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100584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538728"/>
            <a:ext cx="10058400" cy="182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57200"/>
            <a:ext cx="64008" cy="4206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DOCUMENTARY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41248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841248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850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Learn to Distinguish Truth from Fabrication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NLP  ·  TF-IDF  ·  scikit-learn  ·  4 Models  ·  100 Articles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 ·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Misinformation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Epidemic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spreads </a:t>
            </a:r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faster</a:t>
            </a:r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real news on social media. Manual fact-checking cannot keep pace with millions of articles published daily.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640080"/>
            <a:ext cx="1783080" cy="1234440"/>
          </a:xfrm>
          <a:prstGeom prst="rect">
            <a:avLst/>
          </a:prstGeom>
          <a:solidFill>
            <a:srgbClr val="263040"/>
          </a:solidFill>
          <a:ln w="254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0" y="640080"/>
            <a:ext cx="1783080" cy="640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731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120640" y="12984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spread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real news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78040" y="640080"/>
            <a:ext cx="1783080" cy="1234440"/>
          </a:xfrm>
          <a:prstGeom prst="rect">
            <a:avLst/>
          </a:prstGeom>
          <a:solidFill>
            <a:srgbClr val="26304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78040" y="640080"/>
            <a:ext cx="178308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731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78040" y="12984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articles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online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48840"/>
            <a:ext cx="1783080" cy="1234440"/>
          </a:xfrm>
          <a:prstGeom prst="rect">
            <a:avLst/>
          </a:prstGeom>
          <a:solidFill>
            <a:srgbClr val="26304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148840"/>
            <a:ext cx="17830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2402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8072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fooled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246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56616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Elections influenced by fabricated stories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Reputations destroyed overnight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endangered by medical hoaxes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media institutions collapsing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·  Machine Learning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  ·  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classifier that reads any news article and decides: REAL or FAKE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1508760" cy="1417320"/>
          </a:xfrm>
          <a:prstGeom prst="rect">
            <a:avLst/>
          </a:prstGeom>
          <a:solidFill>
            <a:srgbClr val="263040"/>
          </a:solidFill>
          <a:ln w="254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74520"/>
            <a:ext cx="1508760" cy="6400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84248"/>
            <a:ext cx="59436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842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26334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9443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Body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10512" y="24505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11680" y="1874520"/>
            <a:ext cx="1508760" cy="1417320"/>
          </a:xfrm>
          <a:prstGeom prst="rect">
            <a:avLst/>
          </a:prstGeom>
          <a:solidFill>
            <a:srgbClr val="263040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874520"/>
            <a:ext cx="150876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1984248"/>
            <a:ext cx="59436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9842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26334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9443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47872" y="24505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1874520"/>
            <a:ext cx="1508760" cy="1417320"/>
          </a:xfrm>
          <a:prstGeom prst="rect">
            <a:avLst/>
          </a:prstGeom>
          <a:solidFill>
            <a:srgbClr val="26304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874520"/>
            <a:ext cx="150876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1984248"/>
            <a:ext cx="59436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19842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49040" y="26334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29443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85232" y="24505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0" y="1874520"/>
            <a:ext cx="1508760" cy="1417320"/>
          </a:xfrm>
          <a:prstGeom prst="rect">
            <a:avLst/>
          </a:prstGeom>
          <a:solidFill>
            <a:srgbClr val="26304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874520"/>
            <a:ext cx="150876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1984248"/>
            <a:ext cx="59436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9842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0" y="26334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29443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22592" y="24505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223760" y="1874520"/>
            <a:ext cx="1508760" cy="1417320"/>
          </a:xfrm>
          <a:prstGeom prst="rect">
            <a:avLst/>
          </a:prstGeom>
          <a:solidFill>
            <a:srgbClr val="263040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23760" y="1874520"/>
            <a:ext cx="150876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0" y="1984248"/>
            <a:ext cx="59436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19842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23760" y="26334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29443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FAKE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703320"/>
            <a:ext cx="18745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73075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Articles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7200" y="4069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dataset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06040" y="3703320"/>
            <a:ext cx="18745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373075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Features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606040" y="4069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vocabulary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703320"/>
            <a:ext cx="18745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73075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754880" y="4069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&amp; ranked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03720" y="3703320"/>
            <a:ext cx="18745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373075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903720" y="4069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ratio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·  Machine Learning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 · 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Data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fake_news_dataset.csv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114800" cy="475488"/>
          </a:xfrm>
          <a:prstGeom prst="rect">
            <a:avLst/>
          </a:prstGeom>
          <a:solidFill>
            <a:srgbClr val="26304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7393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773936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77393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41148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0428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230428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3042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headline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4114800" cy="475488"/>
          </a:xfrm>
          <a:prstGeom prst="rect">
            <a:avLst/>
          </a:prstGeom>
          <a:solidFill>
            <a:srgbClr val="26304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3464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25880" y="283464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283464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body 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28416"/>
            <a:ext cx="41148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649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3364992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48840" y="336499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 FAKE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548640"/>
            <a:ext cx="3840480" cy="2011680"/>
          </a:xfrm>
          <a:prstGeom prst="rect">
            <a:avLst/>
          </a:prstGeom>
          <a:solidFill>
            <a:srgbClr val="26304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62179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493776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Articles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18745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 Dataset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670048"/>
            <a:ext cx="1828800" cy="1188720"/>
          </a:xfrm>
          <a:prstGeom prst="rect">
            <a:avLst/>
          </a:prstGeom>
          <a:solidFill>
            <a:srgbClr val="263040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70662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4937760" y="334670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0" y="2670048"/>
            <a:ext cx="1828800" cy="1188720"/>
          </a:xfrm>
          <a:prstGeom prst="rect">
            <a:avLst/>
          </a:prstGeom>
          <a:solidFill>
            <a:srgbClr val="263040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70662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6858000" y="334670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9136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24528"/>
            <a:ext cx="13258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245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&amp; Space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28800" y="4224528"/>
            <a:ext cx="13258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0" y="42245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Medicine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91840" y="4224528"/>
            <a:ext cx="13258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42245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4224528"/>
            <a:ext cx="13258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2245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17920" y="4224528"/>
            <a:ext cx="13258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42245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680960" y="4224528"/>
            <a:ext cx="13258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0" y="42245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·  Machine Learning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 ·  TEXT PREPROCESSING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 Signal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machines can learn, raw text must be normalized into clean, meaningful tokens.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4206240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438912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91640"/>
            <a:ext cx="4389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4650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converted to lowercase to eliminate case noise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227685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"Breaking NEWS"  -&gt;  "breaking news"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679192"/>
            <a:ext cx="4206240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679192"/>
            <a:ext cx="438912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79192"/>
            <a:ext cx="4389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7340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URLs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99923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 and web addresses removed — not semantically useful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" y="326440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"visit https://..."  -&gt;  "visit"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666744"/>
            <a:ext cx="4206240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66744"/>
            <a:ext cx="438912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666744"/>
            <a:ext cx="4389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7216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Nums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98678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stripped — numbers rarely carry sentiment or intent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" y="425196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"2024 election"  -&gt;  "election"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1691640"/>
            <a:ext cx="4206240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691640"/>
            <a:ext cx="438912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91640"/>
            <a:ext cx="4389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174650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Punct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011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removed to reduce vocabulary dimensionality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57800" y="227685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"truth, lies!"  -&gt;  "truth lies"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2679192"/>
            <a:ext cx="4206240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679192"/>
            <a:ext cx="438912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679192"/>
            <a:ext cx="4389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7340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299923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filler words removed using NLTK English corpus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57800" y="326440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big lie"  -&gt;  "big lie"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3666744"/>
            <a:ext cx="4206240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666744"/>
            <a:ext cx="438912" cy="877824"/>
          </a:xfrm>
          <a:prstGeom prst="rect">
            <a:avLst/>
          </a:prstGeom>
          <a:solidFill>
            <a:srgbClr val="263040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666744"/>
            <a:ext cx="4389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7216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398678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Stemmer reduces words to their root form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57800" y="425196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"running leaked"  -&gt;  "run leak"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·  Machine Learning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 ·  FEATURE EXTRACTION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are useless to a machine. TF-IDF converts them into numbers that carry meaning — weighting rare, informative words higher.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4023360" cy="731520"/>
          </a:xfrm>
          <a:prstGeom prst="rect">
            <a:avLst/>
          </a:prstGeom>
          <a:solidFill>
            <a:srgbClr val="263040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16352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TF-IDF(t,d) = TF(t,d) x log( N / df(t) 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x Inverse Document Frequency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530352"/>
            <a:ext cx="3931920" cy="914400"/>
          </a:xfrm>
          <a:prstGeom prst="rect">
            <a:avLst/>
          </a:prstGeom>
          <a:solidFill>
            <a:srgbClr val="263040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530352"/>
            <a:ext cx="393192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6217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max_features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6217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5,000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033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by frequency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581912"/>
            <a:ext cx="3931920" cy="914400"/>
          </a:xfrm>
          <a:prstGeom prst="rect">
            <a:avLst/>
          </a:prstGeom>
          <a:solidFill>
            <a:srgbClr val="26304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581912"/>
            <a:ext cx="393192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6733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ngram_range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6733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(1, 2)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 Bigrams captured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633472"/>
            <a:ext cx="3931920" cy="914400"/>
          </a:xfrm>
          <a:prstGeom prst="rect">
            <a:avLst/>
          </a:prstGeom>
          <a:solidFill>
            <a:srgbClr val="26304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633472"/>
            <a:ext cx="393192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724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min_df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27249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136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doc appearances to include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685032"/>
            <a:ext cx="3931920" cy="914400"/>
          </a:xfrm>
          <a:prstGeom prst="rect">
            <a:avLst/>
          </a:prstGeom>
          <a:solidFill>
            <a:srgbClr val="263040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85032"/>
            <a:ext cx="393192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76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sublinear_tf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7764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True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187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normalization applied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·  Machine Learning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 ·  THE CLASSIFIERS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Algorithms Enter.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Will Lead.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011680" cy="2926080"/>
          </a:xfrm>
          <a:prstGeom prst="rect">
            <a:avLst/>
          </a:prstGeom>
          <a:solidFill>
            <a:srgbClr val="263040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201168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19072"/>
            <a:ext cx="731520" cy="731520"/>
          </a:xfrm>
          <a:prstGeom prst="ellipse">
            <a:avLst/>
          </a:prstGeom>
          <a:solidFill>
            <a:srgbClr val="263040"/>
          </a:solidFill>
          <a:ln w="25400">
            <a:solidFill>
              <a:srgbClr val="42A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190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classifier that estimates class probability. Battle-tested on sparse TF-IDF vectors.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4005072"/>
            <a:ext cx="1828800" cy="384048"/>
          </a:xfrm>
          <a:prstGeom prst="rect">
            <a:avLst/>
          </a:prstGeom>
          <a:solidFill>
            <a:srgbClr val="26304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005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Interpretable · Strong baseline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68880" y="1600200"/>
            <a:ext cx="2011680" cy="2926080"/>
          </a:xfrm>
          <a:prstGeom prst="rect">
            <a:avLst/>
          </a:prstGeom>
          <a:solidFill>
            <a:srgbClr val="26304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600200"/>
            <a:ext cx="201168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719072"/>
            <a:ext cx="731520" cy="731520"/>
          </a:xfrm>
          <a:prstGeom prst="ellipse">
            <a:avLst/>
          </a:prstGeom>
          <a:solidFill>
            <a:srgbClr val="263040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7190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Aggressive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learner that stays passive on correct predictions but aggressively corrects mistakes.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0" y="4005072"/>
            <a:ext cx="1828800" cy="384048"/>
          </a:xfrm>
          <a:prstGeom prst="rect">
            <a:avLst/>
          </a:prstGeom>
          <a:solidFill>
            <a:srgbClr val="263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005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· Efficient · No probability needed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1600200"/>
            <a:ext cx="2011680" cy="2926080"/>
          </a:xfrm>
          <a:prstGeom prst="rect">
            <a:avLst/>
          </a:prstGeom>
          <a:solidFill>
            <a:srgbClr val="263040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600200"/>
            <a:ext cx="201168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1719072"/>
            <a:ext cx="731520" cy="731520"/>
          </a:xfrm>
          <a:prstGeom prst="ellipse">
            <a:avLst/>
          </a:prstGeom>
          <a:solidFill>
            <a:srgbClr val="263040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7190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classifier on Bayes theorem. Assumes feature independence — works surprisingly well.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4005072"/>
            <a:ext cx="1828800" cy="384048"/>
          </a:xfrm>
          <a:prstGeom prst="rect">
            <a:avLst/>
          </a:prstGeom>
          <a:solidFill>
            <a:srgbClr val="26304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005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· Probabilistic · Low memory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858000" y="1600200"/>
            <a:ext cx="2011680" cy="2926080"/>
          </a:xfrm>
          <a:prstGeom prst="rect">
            <a:avLst/>
          </a:prstGeom>
          <a:solidFill>
            <a:srgbClr val="263040"/>
          </a:solidFill>
          <a:ln w="254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0" y="1600200"/>
            <a:ext cx="2011680" cy="640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1719072"/>
            <a:ext cx="731520" cy="731520"/>
          </a:xfrm>
          <a:prstGeom prst="ellipse">
            <a:avLst/>
          </a:prstGeom>
          <a:solidFill>
            <a:srgbClr val="263040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7190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trees. Votes aggregated for final prediction. Handles non-linear patterns.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49440" y="4005072"/>
            <a:ext cx="1828800" cy="384048"/>
          </a:xfrm>
          <a:prstGeom prst="rect">
            <a:avLst/>
          </a:prstGeom>
          <a:solidFill>
            <a:srgbClr val="26304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4005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· Non-linear · Ensemble power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·  Machine Learning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  · 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Success?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07008" y="914400"/>
            <a:ext cx="1280160" cy="384048"/>
          </a:xfrm>
          <a:prstGeom prst="rect">
            <a:avLst/>
          </a:prstGeom>
          <a:solidFill>
            <a:srgbClr val="26304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914400"/>
            <a:ext cx="1280160" cy="384048"/>
          </a:xfrm>
          <a:prstGeom prst="rect">
            <a:avLst/>
          </a:prstGeom>
          <a:solidFill>
            <a:srgbClr val="26304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822960" cy="384048"/>
          </a:xfrm>
          <a:prstGeom prst="rect">
            <a:avLst/>
          </a:prstGeom>
          <a:solidFill>
            <a:srgbClr val="263040"/>
          </a:solidFill>
          <a:ln w="12700">
            <a:solidFill>
              <a:srgbClr val="26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822960" cy="475488"/>
          </a:xfrm>
          <a:prstGeom prst="rect">
            <a:avLst/>
          </a:prstGeom>
          <a:solidFill>
            <a:srgbClr val="263040"/>
          </a:solidFill>
          <a:ln w="12700">
            <a:solidFill>
              <a:srgbClr val="26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28800"/>
            <a:ext cx="822960" cy="475488"/>
          </a:xfrm>
          <a:prstGeom prst="rect">
            <a:avLst/>
          </a:prstGeom>
          <a:solidFill>
            <a:srgbClr val="263040"/>
          </a:solidFill>
          <a:ln w="12700">
            <a:solidFill>
              <a:srgbClr val="26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9144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FAKE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14600" y="9144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REAL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32588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FAKE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REAL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07008" y="1325880"/>
            <a:ext cx="1280160" cy="475488"/>
          </a:xfrm>
          <a:prstGeom prst="rect">
            <a:avLst/>
          </a:prstGeom>
          <a:solidFill>
            <a:srgbClr val="26304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134416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82496" y="1417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14600" y="1325880"/>
            <a:ext cx="1280160" cy="475488"/>
          </a:xfrm>
          <a:prstGeom prst="rect">
            <a:avLst/>
          </a:prstGeom>
          <a:solidFill>
            <a:srgbClr val="263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34416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90088" y="1417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07008" y="1828800"/>
            <a:ext cx="1280160" cy="475488"/>
          </a:xfrm>
          <a:prstGeom prst="rect">
            <a:avLst/>
          </a:prstGeom>
          <a:solidFill>
            <a:srgbClr val="263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7008" y="184708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82496" y="19202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14600" y="1828800"/>
            <a:ext cx="1280160" cy="475488"/>
          </a:xfrm>
          <a:prstGeom prst="rect">
            <a:avLst/>
          </a:prstGeom>
          <a:solidFill>
            <a:srgbClr val="26304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184708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90088" y="19202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2377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23360" y="896112"/>
            <a:ext cx="2331720" cy="1005840"/>
          </a:xfrm>
          <a:prstGeom prst="rect">
            <a:avLst/>
          </a:prstGeom>
          <a:solidFill>
            <a:srgbClr val="263040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23360" y="896112"/>
            <a:ext cx="233172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98755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0" y="12801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classified / Total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0" y="159105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 + TN) / All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537960" y="896112"/>
            <a:ext cx="2331720" cy="1005840"/>
          </a:xfrm>
          <a:prstGeom prst="rect">
            <a:avLst/>
          </a:prstGeom>
          <a:solidFill>
            <a:srgbClr val="26304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37960" y="896112"/>
            <a:ext cx="233172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98755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29400" y="12801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FAKE predictions, how many correct?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29400" y="159105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023360" y="1993392"/>
            <a:ext cx="2331720" cy="1005840"/>
          </a:xfrm>
          <a:prstGeom prst="rect">
            <a:avLst/>
          </a:prstGeom>
          <a:solidFill>
            <a:srgbClr val="263040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023360" y="1993392"/>
            <a:ext cx="233172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208483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11480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FAKEs, how many caught?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0" y="26883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37960" y="1993392"/>
            <a:ext cx="2331720" cy="1005840"/>
          </a:xfrm>
          <a:prstGeom prst="rect">
            <a:avLst/>
          </a:prstGeom>
          <a:solidFill>
            <a:srgbClr val="26304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537960" y="1993392"/>
            <a:ext cx="233172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208483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2940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629400" y="268833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x P x R / (P+R)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023360" y="3154680"/>
            <a:ext cx="475488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0" y="3172968"/>
            <a:ext cx="4572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is auto-selected by accuracy and saved to  fake_news_model.pkl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29992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Generated: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32918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Score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Chart (.png)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(.pkl)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·  Machine Learning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08  ·  PROJECT FILES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Folder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77640" cy="3291840"/>
          </a:xfrm>
          <a:prstGeom prst="rect">
            <a:avLst/>
          </a:prstGeom>
          <a:solidFill>
            <a:srgbClr val="26304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fake-news-detection/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fake_news_detection.py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fake_news_dataset.csv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fake_news_model.pkl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fake_news_analysis.png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README.md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statement.md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261872"/>
            <a:ext cx="2011680" cy="1417320"/>
          </a:xfrm>
          <a:prstGeom prst="rect">
            <a:avLst/>
          </a:prstGeom>
          <a:solidFill>
            <a:srgbClr val="26304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261872"/>
            <a:ext cx="201168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371600"/>
            <a:ext cx="73152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3716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2039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Script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304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pipeline: load, preprocess, train, evaluate, save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66560" y="1261872"/>
            <a:ext cx="2011680" cy="1417320"/>
          </a:xfrm>
          <a:prstGeom prst="rect">
            <a:avLst/>
          </a:prstGeom>
          <a:solidFill>
            <a:srgbClr val="263040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261872"/>
            <a:ext cx="201168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1371600"/>
            <a:ext cx="73152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13716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039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304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labeled news articles (50 REAL + 50 FAKE)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0" y="2862072"/>
            <a:ext cx="2011680" cy="1417320"/>
          </a:xfrm>
          <a:prstGeom prst="rect">
            <a:avLst/>
          </a:prstGeom>
          <a:solidFill>
            <a:srgbClr val="263040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862072"/>
            <a:ext cx="201168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2971800"/>
            <a:ext cx="73152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9718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.pkl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9044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classifier + TF-IDF vectorizer for reuse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766560" y="2862072"/>
            <a:ext cx="2011680" cy="1417320"/>
          </a:xfrm>
          <a:prstGeom prst="rect">
            <a:avLst/>
          </a:prstGeom>
          <a:solidFill>
            <a:srgbClr val="26304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66560" y="2862072"/>
            <a:ext cx="2011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2971800"/>
            <a:ext cx="73152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29718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39044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4-panel chart: distribution, accuracy, confusion, lengths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·  Machine Learning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09  ·  QUICK START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and Running in 3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78992"/>
          </a:xfrm>
          <a:prstGeom prst="rect">
            <a:avLst/>
          </a:prstGeom>
          <a:solidFill>
            <a:srgbClr val="263040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94360" cy="1078992"/>
          </a:xfrm>
          <a:prstGeom prst="rect">
            <a:avLst/>
          </a:prstGeom>
          <a:solidFill>
            <a:srgbClr val="263040"/>
          </a:solidFill>
          <a:ln w="254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594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1673352"/>
            <a:ext cx="72237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6733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 numpy scikit-learn matplotlib seaborn nltk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201168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libraries — no GPU or special hardware required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8412480" cy="1078992"/>
          </a:xfrm>
          <a:prstGeom prst="rect">
            <a:avLst/>
          </a:prstGeom>
          <a:solidFill>
            <a:srgbClr val="26304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04872"/>
            <a:ext cx="594360" cy="1078992"/>
          </a:xfrm>
          <a:prstGeom prst="rect">
            <a:avLst/>
          </a:prstGeom>
          <a:solidFill>
            <a:srgbClr val="263040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04872"/>
            <a:ext cx="594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496312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Files Together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1560" y="2843784"/>
            <a:ext cx="72237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84378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fake_news_detection.py  +  fake_news_dataset.csv  -&gt; same folder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18211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auto-detects the CSV using its own directory path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75304"/>
            <a:ext cx="8412480" cy="1078992"/>
          </a:xfrm>
          <a:prstGeom prst="rect">
            <a:avLst/>
          </a:prstGeom>
          <a:solidFill>
            <a:srgbClr val="263040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75304"/>
            <a:ext cx="594360" cy="1078992"/>
          </a:xfrm>
          <a:prstGeom prst="rect">
            <a:avLst/>
          </a:prstGeom>
          <a:solidFill>
            <a:srgbClr val="263040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75304"/>
            <a:ext cx="594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666744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Script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51560" y="4014216"/>
            <a:ext cx="72237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01421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fake_news_detection.py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435254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print to terminal · chart saved · model saved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·  Machine Learning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FUTURE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697480" cy="1572768"/>
          </a:xfrm>
          <a:prstGeom prst="rect">
            <a:avLst/>
          </a:prstGeom>
          <a:solidFill>
            <a:srgbClr val="263040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269748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371600"/>
            <a:ext cx="77724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3716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20391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TF-IDF with BERT, RoBERTa or GPT fine-tuning for state-of-the-art accuracy.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261872"/>
            <a:ext cx="2697480" cy="1572768"/>
          </a:xfrm>
          <a:prstGeom prst="rect">
            <a:avLst/>
          </a:prstGeom>
          <a:solidFill>
            <a:srgbClr val="26304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61872"/>
            <a:ext cx="269748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371600"/>
            <a:ext cx="77724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3716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37560" y="20391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331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Flask or Streamlit app — paste a URL and get instant real-time predictions.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72200" y="1261872"/>
            <a:ext cx="2697480" cy="1572768"/>
          </a:xfrm>
          <a:prstGeom prst="rect">
            <a:avLst/>
          </a:prstGeom>
          <a:solidFill>
            <a:srgbClr val="263040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261872"/>
            <a:ext cx="269748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371600"/>
            <a:ext cx="77724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3716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63640" y="20391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2331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LIAR or FakeNewsNet containing hundreds of thousands of labeled articles.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980944"/>
            <a:ext cx="2697480" cy="1572768"/>
          </a:xfrm>
          <a:prstGeom prst="rect">
            <a:avLst/>
          </a:prstGeom>
          <a:solidFill>
            <a:srgbClr val="263040"/>
          </a:solidFill>
          <a:ln w="254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80944"/>
            <a:ext cx="2697480" cy="640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3090672"/>
            <a:ext cx="77724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309067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37581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(XAI)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0507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or LIME to show which words drove the prediction — building trust in the model.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46120" y="2980944"/>
            <a:ext cx="2697480" cy="1572768"/>
          </a:xfrm>
          <a:prstGeom prst="rect">
            <a:avLst/>
          </a:prstGeom>
          <a:solidFill>
            <a:srgbClr val="26304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980944"/>
            <a:ext cx="26974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3090672"/>
            <a:ext cx="77724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309067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37560" y="37581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Scraping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37560" y="40507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Auto-fetch articles from URLs using BeautifulSoup or newspaper3k for live classification.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72200" y="2980944"/>
            <a:ext cx="2697480" cy="1572768"/>
          </a:xfrm>
          <a:prstGeom prst="rect">
            <a:avLst/>
          </a:prstGeom>
          <a:solidFill>
            <a:srgbClr val="263040"/>
          </a:solidFill>
          <a:ln w="254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2980944"/>
            <a:ext cx="2697480" cy="6400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0" y="3090672"/>
            <a:ext cx="777240" cy="594360"/>
          </a:xfrm>
          <a:prstGeom prst="ellipse">
            <a:avLst/>
          </a:prstGeom>
          <a:solidFill>
            <a:srgbClr val="263040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309067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37581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40507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single split with k-fold CV and GridSearchCV hyperparameter tuning.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 ·  Machine Learning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404872"/>
            <a:ext cx="9144000" cy="2286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57200"/>
            <a:ext cx="64008" cy="411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02920"/>
            <a:ext cx="822960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80467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31927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using Machine Learning  ·  Python &amp; scikit-learn  ·  NLP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069080"/>
            <a:ext cx="11887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069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47672" y="4069080"/>
            <a:ext cx="11887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7672" y="4069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00984" y="4069080"/>
            <a:ext cx="11887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4069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54296" y="4069080"/>
            <a:ext cx="11887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4069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07608" y="4069080"/>
            <a:ext cx="11887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4069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60920" y="4069080"/>
            <a:ext cx="11887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069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Documentary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— A Machine Learning Documentary</dc:title>
  <dc:subject>PptxGenJS Presentation</dc:subject>
  <dc:creator>PptxGenJS</dc:creator>
  <cp:lastModifiedBy>PptxGenJS</cp:lastModifiedBy>
  <cp:revision>1</cp:revision>
  <dcterms:created xsi:type="dcterms:W3CDTF">2026-03-25T20:43:07Z</dcterms:created>
  <dcterms:modified xsi:type="dcterms:W3CDTF">2026-03-25T20:43:07Z</dcterms:modified>
</cp:coreProperties>
</file>